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Securing Automotive Networks against the Quantum Threat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Post-Quantum Cryptography in UDS 0x29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Quantum 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Current automotive security relies heavily on RSA and ECC (Elliptic Curve Cryptography).</a:t>
            </a:r>
          </a:p>
          <a:p>
            <a:pPr>
              <a:defRPr sz="1800"/>
            </a:pPr>
            <a:r>
              <a:t>In 1994, Peter Shor proved mathematically that a large Quantum Computer can break these algorithms exponentially faster.</a:t>
            </a:r>
          </a:p>
          <a:p>
            <a:pPr>
              <a:defRPr sz="1800"/>
            </a:pPr>
            <a:r>
              <a:t>When Cryptographically Relevant Quantum Computers (CRQCs) arrive, ECC and RSA will offer zero security.</a:t>
            </a:r>
          </a:p>
          <a:p>
            <a:pPr>
              <a:defRPr sz="2200"/>
            </a:pPr>
            <a:r>
              <a:t>Given 10-15 year vehicle lifespans, ECUs designed today are already at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QKD vs PQC in Automotive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Quantum Key Distribution (QKD) uses quantum mechanics (entangled photons) to secure keys.</a:t>
            </a:r>
          </a:p>
          <a:p>
            <a:pPr>
              <a:defRPr sz="2200"/>
            </a:pPr>
            <a:r>
              <a:t>Why it fails for automotive:</a:t>
            </a:r>
          </a:p>
          <a:p>
            <a:pPr>
              <a:defRPr sz="1800"/>
            </a:pPr>
            <a:r>
              <a:t>  - Requires pristine fiber-optic cables, dedicated lasers, and expensive hardware.</a:t>
            </a:r>
          </a:p>
          <a:p>
            <a:pPr>
              <a:defRPr sz="2200"/>
            </a:pPr>
            <a:r>
              <a:t>  - Impossible to run over copper CAN buses.</a:t>
            </a:r>
          </a:p>
          <a:p>
            <a:pPr>
              <a:defRPr sz="2200"/>
            </a:pPr>
            <a:r>
              <a:t>  - Cannot provide digital signatures for OTA firmware updates.</a:t>
            </a:r>
          </a:p>
          <a:p>
            <a:pPr>
              <a:defRPr sz="2200"/>
            </a:pPr>
            <a:r>
              <a:t>The mandated NIST Solution: Post-Quantum Cryptography (PQC).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PQC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PQC relies on complex new mathematics (like Lattice-based crypto) resistant to quantum algorithms.</a:t>
            </a:r>
          </a:p>
          <a:p>
            <a:pPr>
              <a:defRPr sz="1800"/>
            </a:pPr>
            <a:r>
              <a:t>No quantum hardware needed — runs entirely on standard classic microcontrollers (e.g., STM32).</a:t>
            </a:r>
          </a:p>
          <a:p>
            <a:pPr>
              <a:defRPr sz="2200"/>
            </a:pPr>
            <a:r>
              <a:t>NIST Standardized Algorithms:</a:t>
            </a:r>
          </a:p>
          <a:p>
            <a:pPr>
              <a:defRPr sz="2200"/>
            </a:pPr>
            <a:r>
              <a:t>  - ML-DSA (Dilithium) for Digital Signatures (Authentication &amp; OTA).</a:t>
            </a:r>
          </a:p>
          <a:p>
            <a:pPr>
              <a:defRPr sz="2200"/>
            </a:pPr>
            <a:r>
              <a:t>  - ML-KEM (Kyber) for Key Encapsulation (Secure Sessions).</a:t>
            </a:r>
          </a:p>
          <a:p>
            <a:pPr>
              <a:defRPr sz="1800"/>
            </a:pPr>
            <a:r>
              <a:t>The Engineering Challenge: PQC keys and signatures are 10x to 50x larger than classical ECC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Execution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1: Automotive Transport Baseline (Overcome 8-byte CAN limits for 15KB data).</a:t>
            </a:r>
          </a:p>
          <a:p>
            <a:pPr>
              <a:defRPr sz="2200"/>
            </a:pPr>
            <a:r>
              <a:t>Phase 2: Crypto Abstraction Layer (CAL) (Decouple UDS logic from cryptography).</a:t>
            </a:r>
          </a:p>
          <a:p>
            <a:pPr>
              <a:defRPr sz="1800"/>
            </a:pPr>
            <a:r>
              <a:t>Phase 3: Classical UDS 0x29 State Machine (Establish timing and memory baselines).</a:t>
            </a:r>
          </a:p>
          <a:p>
            <a:pPr>
              <a:defRPr sz="2200"/>
            </a:pPr>
            <a:r>
              <a:t>Phase 4: Post-Quantum Integration (Swap Classical for ML-DSA and ML-KEM).</a:t>
            </a:r>
          </a:p>
          <a:p>
            <a:pPr>
              <a:defRPr sz="2200"/>
            </a:pPr>
            <a:r>
              <a:t>Phase 5: Hybrid Mode &amp; GUI Demonstration (TouchGFX visual hot-swapping).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Advancements &amp;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Transport Layer (Done): ISO-TP extended framing successfully moves 15.3 KB of data over FDCAN.</a:t>
            </a:r>
          </a:p>
          <a:p>
            <a:pPr>
              <a:defRPr sz="1800"/>
            </a:pPr>
            <a:r>
              <a:t>Crypto Abstraction Layer (CAL) (Done): Vtable architecture actively wrapping mbedTLS (X.509, ECDH, AES-256-GCM).</a:t>
            </a:r>
          </a:p>
          <a:p>
            <a:pPr>
              <a:defRPr sz="2200"/>
            </a:pPr>
            <a:r>
              <a:t>UDS 0x29 State Machine (Complete):</a:t>
            </a:r>
          </a:p>
          <a:p>
            <a:pPr>
              <a:defRPr sz="2200"/>
            </a:pPr>
            <a:r>
              <a:t>  - Zero-Copy memory overlays implemented (saving ~4KB RAM).</a:t>
            </a:r>
          </a:p>
          <a:p>
            <a:pPr>
              <a:defRPr sz="1800"/>
            </a:pPr>
            <a:r>
              <a:t>  - Asynchronous NRC 0x78 (Response Pending) flow implemented natively to prevent 50ms P2 timeouts during slow crypto math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Physical Hardware Deployment:</a:t>
            </a:r>
          </a:p>
          <a:p>
            <a:pPr>
              <a:defRPr sz="1800"/>
            </a:pPr>
            <a:r>
              <a:t>Flash the completed Transport, CAL, and UDS binaries onto the twin STM32H7 evaluation boards.</a:t>
            </a:r>
          </a:p>
          <a:p>
            <a:pPr>
              <a:defRPr sz="2200"/>
            </a:pPr>
            <a:r>
              <a:t>Test the Classical UDS 0x29 Authentication flow over live FDCAN.</a:t>
            </a:r>
          </a:p>
          <a:p>
            <a:pPr>
              <a:defRPr sz="2200"/>
            </a:pPr>
            <a:r>
              <a:t>Profile the runtime execution speed and memory consumption.</a:t>
            </a:r>
          </a:p>
          <a:p>
            <a:pPr>
              <a:defRPr sz="1800"/>
            </a:pPr>
            <a:r>
              <a:t>Validate that NRC 0x78 pending timeouts successfully hold the diagnostic channel open.</a:t>
            </a:r>
          </a:p>
          <a:p>
            <a:pPr>
              <a:defRPr sz="1800"/>
            </a:pPr>
            <a:r>
              <a:t>Once classical baseline is validated, integrate PQClean (ML-DSA) into the CAL Vtable.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